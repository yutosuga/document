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6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58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79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97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81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6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7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5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90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49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85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E0D8-96D2-4FC5-A748-A47568B601B9}" type="datetimeFigureOut">
              <a:rPr kumimoji="1" lang="ja-JP" altLang="en-US" smtClean="0"/>
              <a:t>2021/11/23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126C4-76B9-4149-AB0E-4516DA11EE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189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g.danishi.net/2019/06/08/post-1412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BSPS</a:t>
            </a:r>
            <a:r>
              <a:rPr lang="ja-JP" altLang="en-US" dirty="0"/>
              <a:t>パスワードについて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921449"/>
              </p:ext>
            </p:extLst>
          </p:nvPr>
        </p:nvGraphicFramePr>
        <p:xfrm>
          <a:off x="5540094" y="4667769"/>
          <a:ext cx="5942552" cy="1408845"/>
        </p:xfrm>
        <a:graphic>
          <a:graphicData uri="http://schemas.openxmlformats.org/drawingml/2006/table">
            <a:tbl>
              <a:tblPr bandCol="1">
                <a:tableStyleId>{9DCAF9ED-07DC-4A11-8D7F-57B35C25682E}</a:tableStyleId>
              </a:tblPr>
              <a:tblGrid>
                <a:gridCol w="1485638">
                  <a:extLst>
                    <a:ext uri="{9D8B030D-6E8A-4147-A177-3AD203B41FA5}">
                      <a16:colId xmlns:a16="http://schemas.microsoft.com/office/drawing/2014/main" val="3617725694"/>
                    </a:ext>
                  </a:extLst>
                </a:gridCol>
                <a:gridCol w="1485638">
                  <a:extLst>
                    <a:ext uri="{9D8B030D-6E8A-4147-A177-3AD203B41FA5}">
                      <a16:colId xmlns:a16="http://schemas.microsoft.com/office/drawing/2014/main" val="117696648"/>
                    </a:ext>
                  </a:extLst>
                </a:gridCol>
                <a:gridCol w="1485638">
                  <a:extLst>
                    <a:ext uri="{9D8B030D-6E8A-4147-A177-3AD203B41FA5}">
                      <a16:colId xmlns:a16="http://schemas.microsoft.com/office/drawing/2014/main" val="3370029066"/>
                    </a:ext>
                  </a:extLst>
                </a:gridCol>
                <a:gridCol w="1485638">
                  <a:extLst>
                    <a:ext uri="{9D8B030D-6E8A-4147-A177-3AD203B41FA5}">
                      <a16:colId xmlns:a16="http://schemas.microsoft.com/office/drawing/2014/main" val="2390161597"/>
                    </a:ext>
                  </a:extLst>
                </a:gridCol>
              </a:tblGrid>
              <a:tr h="469615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作成日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aseline="0" dirty="0"/>
                        <a:t>2021/10/3</a:t>
                      </a:r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作成者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須賀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000850"/>
                  </a:ext>
                </a:extLst>
              </a:tr>
              <a:tr h="469615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更新日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aseline="0" dirty="0"/>
                        <a:t>-</a:t>
                      </a:r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更新者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60120"/>
                  </a:ext>
                </a:extLst>
              </a:tr>
              <a:tr h="469615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版数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1.0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09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3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1000" y="173933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改定</a:t>
            </a:r>
            <a:r>
              <a:rPr kumimoji="1" lang="ja-JP" altLang="en-US" dirty="0"/>
              <a:t>履歴</a:t>
            </a:r>
          </a:p>
        </p:txBody>
      </p:sp>
      <p:graphicFrame>
        <p:nvGraphicFramePr>
          <p:cNvPr id="3" name="コンテンツ プレースホルダー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198726"/>
              </p:ext>
            </p:extLst>
          </p:nvPr>
        </p:nvGraphicFramePr>
        <p:xfrm>
          <a:off x="274320" y="970714"/>
          <a:ext cx="11754196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02">
                  <a:extLst>
                    <a:ext uri="{9D8B030D-6E8A-4147-A177-3AD203B41FA5}">
                      <a16:colId xmlns:a16="http://schemas.microsoft.com/office/drawing/2014/main" val="3617725694"/>
                    </a:ext>
                  </a:extLst>
                </a:gridCol>
                <a:gridCol w="3733777">
                  <a:extLst>
                    <a:ext uri="{9D8B030D-6E8A-4147-A177-3AD203B41FA5}">
                      <a16:colId xmlns:a16="http://schemas.microsoft.com/office/drawing/2014/main" val="117696648"/>
                    </a:ext>
                  </a:extLst>
                </a:gridCol>
                <a:gridCol w="2350839">
                  <a:extLst>
                    <a:ext uri="{9D8B030D-6E8A-4147-A177-3AD203B41FA5}">
                      <a16:colId xmlns:a16="http://schemas.microsoft.com/office/drawing/2014/main" val="3370029066"/>
                    </a:ext>
                  </a:extLst>
                </a:gridCol>
                <a:gridCol w="2350839">
                  <a:extLst>
                    <a:ext uri="{9D8B030D-6E8A-4147-A177-3AD203B41FA5}">
                      <a16:colId xmlns:a16="http://schemas.microsoft.com/office/drawing/2014/main" val="2390161597"/>
                    </a:ext>
                  </a:extLst>
                </a:gridCol>
                <a:gridCol w="2350839">
                  <a:extLst>
                    <a:ext uri="{9D8B030D-6E8A-4147-A177-3AD203B41FA5}">
                      <a16:colId xmlns:a16="http://schemas.microsoft.com/office/drawing/2014/main" val="251740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改定日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改定シート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改定内容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223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aseline="0" dirty="0"/>
                        <a:t>2021/10/3</a:t>
                      </a:r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全般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新規作成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須賀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8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68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28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389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5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1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25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870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0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387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638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86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02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85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ED6A32-92C5-4B3B-AD19-C737128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パスワードポリシー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ED8745-C580-4911-9A30-C2EFE7D7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半角英数字</a:t>
            </a:r>
            <a:r>
              <a:rPr lang="en-US" altLang="ja-JP" dirty="0"/>
              <a:t>8</a:t>
            </a:r>
            <a:r>
              <a:rPr lang="ja-JP" altLang="en-US" dirty="0"/>
              <a:t>桁以上</a:t>
            </a:r>
            <a:endParaRPr lang="en-US" altLang="ja-JP" dirty="0"/>
          </a:p>
          <a:p>
            <a:r>
              <a:rPr kumimoji="1" lang="ja-JP" altLang="en-US" dirty="0"/>
              <a:t>パスワードには有効期限を設定する。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⇒期間は</a:t>
            </a:r>
            <a:r>
              <a:rPr lang="en-US" altLang="ja-JP" dirty="0"/>
              <a:t>1</a:t>
            </a:r>
            <a:r>
              <a:rPr lang="ja-JP" altLang="en-US" dirty="0"/>
              <a:t>年？</a:t>
            </a:r>
            <a:r>
              <a:rPr lang="en-US" altLang="ja-JP" dirty="0"/>
              <a:t>2</a:t>
            </a:r>
            <a:r>
              <a:rPr lang="ja-JP" altLang="en-US" dirty="0"/>
              <a:t>年？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⇒今のところ実装はなし、追加リリースにて実施するようにする。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3215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ED6A32-92C5-4B3B-AD19-C737128C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812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段階認証の実施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ED8745-C580-4911-9A30-C2EFE7D7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段階認証の実施はなし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⇒追加要件で実装する可能性あり。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2499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ED6A32-92C5-4B3B-AD19-C737128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暗号化方式について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ED8745-C580-4911-9A30-C2EFE7D7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ハッシュ関数、ソルト、ストレッチングについての資料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kumimoji="1" lang="en-US" altLang="ja-JP" dirty="0">
                <a:hlinkClick r:id="rId2"/>
              </a:rPr>
              <a:t>https://www.blog.danishi.net/2019/06/08/post-1412/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ソルトについては、</a:t>
            </a:r>
            <a:r>
              <a:rPr lang="en-US" altLang="ja-JP" dirty="0" err="1"/>
              <a:t>UserID</a:t>
            </a:r>
            <a:r>
              <a:rPr lang="ja-JP" altLang="en-US" dirty="0"/>
              <a:t>を使用する方針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また、最終ログイン日時などを使用し暗号化されたパスワードが定期的に更新されるようにする？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r>
              <a:rPr lang="ja-JP" altLang="en-US" dirty="0"/>
              <a:t>暗号化したデータを</a:t>
            </a:r>
            <a:r>
              <a:rPr lang="en-US" altLang="ja-JP" dirty="0"/>
              <a:t>User</a:t>
            </a:r>
            <a:r>
              <a:rPr lang="ja-JP" altLang="en-US" dirty="0"/>
              <a:t>テーブルに格納する。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9931822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Birthday List">
      <a:dk1>
        <a:sysClr val="windowText" lastClr="000000"/>
      </a:dk1>
      <a:lt1>
        <a:sysClr val="window" lastClr="FFFFFF"/>
      </a:lt1>
      <a:dk2>
        <a:srgbClr val="6F675E"/>
      </a:dk2>
      <a:lt2>
        <a:srgbClr val="D9D9D9"/>
      </a:lt2>
      <a:accent1>
        <a:srgbClr val="9C68BB"/>
      </a:accent1>
      <a:accent2>
        <a:srgbClr val="00AFDB"/>
      </a:accent2>
      <a:accent3>
        <a:srgbClr val="6EBF6A"/>
      </a:accent3>
      <a:accent4>
        <a:srgbClr val="F35162"/>
      </a:accent4>
      <a:accent5>
        <a:srgbClr val="FBB417"/>
      </a:accent5>
      <a:accent6>
        <a:srgbClr val="F47836"/>
      </a:accent6>
      <a:hlink>
        <a:srgbClr val="00AFDB"/>
      </a:hlink>
      <a:folHlink>
        <a:srgbClr val="AD82C7"/>
      </a:folHlink>
    </a:clrScheme>
    <a:fontScheme name="Birthday Li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テーマ1 - コピー</Template>
  <TotalTime>1428</TotalTime>
  <Words>167</Words>
  <Application>Microsoft Office PowerPoint</Application>
  <PresentationFormat>ワイド画面</PresentationFormat>
  <Paragraphs>37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Arial</vt:lpstr>
      <vt:lpstr>Calibri</vt:lpstr>
      <vt:lpstr>テーマ1</vt:lpstr>
      <vt:lpstr>BSPSパスワードについて</vt:lpstr>
      <vt:lpstr>改定履歴</vt:lpstr>
      <vt:lpstr>パスワードポリシー</vt:lpstr>
      <vt:lpstr>2段階認証の実施</vt:lpstr>
      <vt:lpstr>暗号化方式について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BPS-画面項目定義</dc:title>
  <dc:creator>Windows ユーザー</dc:creator>
  <cp:lastModifiedBy>須賀 祐人</cp:lastModifiedBy>
  <cp:revision>19</cp:revision>
  <dcterms:created xsi:type="dcterms:W3CDTF">2021-10-03T10:58:05Z</dcterms:created>
  <dcterms:modified xsi:type="dcterms:W3CDTF">2021-11-23T14:09:13Z</dcterms:modified>
</cp:coreProperties>
</file>