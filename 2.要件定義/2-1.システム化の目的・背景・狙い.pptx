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3" r:id="rId6"/>
    <p:sldId id="260" r:id="rId7"/>
    <p:sldId id="264" r:id="rId8"/>
    <p:sldId id="261" r:id="rId9"/>
    <p:sldId id="265" r:id="rId10"/>
    <p:sldId id="262" r:id="rId11"/>
    <p:sldId id="267"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E42E7E-BB47-4C26-AA5C-449F7625ABA8}" v="35" dt="2021-08-28T12:33:28.434"/>
    <p1510:client id="{8FC9CD87-635C-45B1-9870-52F9EBCAE2FB}" v="79" dt="2021-08-28T12:36:25.0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7" autoAdjust="0"/>
    <p:restoredTop sz="94660"/>
  </p:normalViewPr>
  <p:slideViewPr>
    <p:cSldViewPr snapToGrid="0">
      <p:cViewPr varScale="1">
        <p:scale>
          <a:sx n="75" d="100"/>
          <a:sy n="75" d="100"/>
        </p:scale>
        <p:origin x="52" y="2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須賀 祐人" userId="4d6478368ae19347" providerId="Windows Live" clId="Web-{8FC9CD87-635C-45B1-9870-52F9EBCAE2FB}"/>
    <pc:docChg chg="modSld">
      <pc:chgData name="須賀 祐人" userId="4d6478368ae19347" providerId="Windows Live" clId="Web-{8FC9CD87-635C-45B1-9870-52F9EBCAE2FB}" dt="2021-08-28T12:36:25.010" v="38" actId="20577"/>
      <pc:docMkLst>
        <pc:docMk/>
      </pc:docMkLst>
      <pc:sldChg chg="modSp">
        <pc:chgData name="須賀 祐人" userId="4d6478368ae19347" providerId="Windows Live" clId="Web-{8FC9CD87-635C-45B1-9870-52F9EBCAE2FB}" dt="2021-08-28T12:34:08.007" v="3" actId="20577"/>
        <pc:sldMkLst>
          <pc:docMk/>
          <pc:sldMk cId="2784669377" sldId="256"/>
        </pc:sldMkLst>
        <pc:spChg chg="mod">
          <ac:chgData name="須賀 祐人" userId="4d6478368ae19347" providerId="Windows Live" clId="Web-{8FC9CD87-635C-45B1-9870-52F9EBCAE2FB}" dt="2021-08-28T12:34:08.007" v="3" actId="20577"/>
          <ac:spMkLst>
            <pc:docMk/>
            <pc:sldMk cId="2784669377" sldId="256"/>
            <ac:spMk id="3" creationId="{8571EABF-7AC1-474F-BA9B-82A5F9DD5E79}"/>
          </ac:spMkLst>
        </pc:spChg>
      </pc:sldChg>
      <pc:sldChg chg="modSp">
        <pc:chgData name="須賀 祐人" userId="4d6478368ae19347" providerId="Windows Live" clId="Web-{8FC9CD87-635C-45B1-9870-52F9EBCAE2FB}" dt="2021-08-28T12:36:25.010" v="38" actId="20577"/>
        <pc:sldMkLst>
          <pc:docMk/>
          <pc:sldMk cId="2926743427" sldId="257"/>
        </pc:sldMkLst>
        <pc:spChg chg="mod">
          <ac:chgData name="須賀 祐人" userId="4d6478368ae19347" providerId="Windows Live" clId="Web-{8FC9CD87-635C-45B1-9870-52F9EBCAE2FB}" dt="2021-08-28T12:36:25.010" v="38" actId="20577"/>
          <ac:spMkLst>
            <pc:docMk/>
            <pc:sldMk cId="2926743427" sldId="257"/>
            <ac:spMk id="3" creationId="{63958504-6CF8-44EA-B151-C045AD37878E}"/>
          </ac:spMkLst>
        </pc:spChg>
      </pc:sldChg>
    </pc:docChg>
  </pc:docChgLst>
  <pc:docChgLst>
    <pc:chgData name="須賀 祐人" userId="4d6478368ae19347" providerId="Windows Live" clId="Web-{1FE42E7E-BB47-4C26-AA5C-449F7625ABA8}"/>
    <pc:docChg chg="modSld">
      <pc:chgData name="須賀 祐人" userId="4d6478368ae19347" providerId="Windows Live" clId="Web-{1FE42E7E-BB47-4C26-AA5C-449F7625ABA8}" dt="2021-08-28T12:33:28.434" v="16" actId="20577"/>
      <pc:docMkLst>
        <pc:docMk/>
      </pc:docMkLst>
      <pc:sldChg chg="modSp">
        <pc:chgData name="須賀 祐人" userId="4d6478368ae19347" providerId="Windows Live" clId="Web-{1FE42E7E-BB47-4C26-AA5C-449F7625ABA8}" dt="2021-08-28T12:33:28.434" v="16" actId="20577"/>
        <pc:sldMkLst>
          <pc:docMk/>
          <pc:sldMk cId="567320125" sldId="266"/>
        </pc:sldMkLst>
        <pc:spChg chg="mod">
          <ac:chgData name="須賀 祐人" userId="4d6478368ae19347" providerId="Windows Live" clId="Web-{1FE42E7E-BB47-4C26-AA5C-449F7625ABA8}" dt="2021-08-28T12:33:28.434" v="16" actId="20577"/>
          <ac:spMkLst>
            <pc:docMk/>
            <pc:sldMk cId="567320125" sldId="266"/>
            <ac:spMk id="3" creationId="{63958504-6CF8-44EA-B151-C045AD37878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11/23/2021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2A54C80-263E-416B-A8E0-580EDEADCBDC}" type="datetimeFigureOut">
              <a:rPr lang="en-US" dirty="0"/>
              <a:t>11/23/2021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11/23/2021</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11/23/2021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262C04-6FEB-499E-A988-BA04B3EBF6A2}"/>
              </a:ext>
            </a:extLst>
          </p:cNvPr>
          <p:cNvSpPr>
            <a:spLocks noGrp="1"/>
          </p:cNvSpPr>
          <p:nvPr>
            <p:ph type="ctrTitle"/>
          </p:nvPr>
        </p:nvSpPr>
        <p:spPr>
          <a:xfrm>
            <a:off x="1574800" y="2844798"/>
            <a:ext cx="7766936" cy="1646302"/>
          </a:xfrm>
        </p:spPr>
        <p:txBody>
          <a:bodyPr/>
          <a:lstStyle/>
          <a:p>
            <a:r>
              <a:rPr lang="ja-JP" altLang="en-US" dirty="0"/>
              <a:t>ヴァイスシュバルツ</a:t>
            </a:r>
            <a:br>
              <a:rPr lang="en-US" altLang="ja-JP" dirty="0"/>
            </a:br>
            <a:r>
              <a:rPr lang="ja-JP" altLang="en-US" dirty="0"/>
              <a:t>バトルシュミレーター</a:t>
            </a:r>
            <a:br>
              <a:rPr lang="en-US" altLang="ja-JP" dirty="0"/>
            </a:br>
            <a:r>
              <a:rPr lang="ja-JP" altLang="en-US" dirty="0"/>
              <a:t>ポータルサイト概要</a:t>
            </a:r>
            <a:endParaRPr kumimoji="1" lang="ja-JP" altLang="en-US" dirty="0"/>
          </a:p>
        </p:txBody>
      </p:sp>
      <p:sp>
        <p:nvSpPr>
          <p:cNvPr id="3" name="字幕 2">
            <a:extLst>
              <a:ext uri="{FF2B5EF4-FFF2-40B4-BE49-F238E27FC236}">
                <a16:creationId xmlns:a16="http://schemas.microsoft.com/office/drawing/2014/main" id="{8571EABF-7AC1-474F-BA9B-82A5F9DD5E79}"/>
              </a:ext>
            </a:extLst>
          </p:cNvPr>
          <p:cNvSpPr>
            <a:spLocks noGrp="1"/>
          </p:cNvSpPr>
          <p:nvPr>
            <p:ph type="subTitle" idx="1"/>
          </p:nvPr>
        </p:nvSpPr>
        <p:spPr>
          <a:xfrm>
            <a:off x="1574800" y="4668900"/>
            <a:ext cx="7766936" cy="1096899"/>
          </a:xfrm>
        </p:spPr>
        <p:txBody>
          <a:bodyPr>
            <a:normAutofit lnSpcReduction="10000"/>
          </a:bodyPr>
          <a:lstStyle/>
          <a:p>
            <a:endParaRPr lang="en-US" altLang="ja-JP" dirty="0">
              <a:ea typeface="メイリオ"/>
            </a:endParaRPr>
          </a:p>
          <a:p>
            <a:r>
              <a:rPr kumimoji="1" lang="ja-JP" altLang="en-US" dirty="0"/>
              <a:t>須賀　祐人</a:t>
            </a:r>
            <a:endParaRPr kumimoji="1" lang="en-US" altLang="ja-JP" dirty="0"/>
          </a:p>
          <a:p>
            <a:r>
              <a:rPr kumimoji="1" lang="en-US" altLang="ja-JP" dirty="0"/>
              <a:t>2021/7/11</a:t>
            </a:r>
          </a:p>
        </p:txBody>
      </p:sp>
    </p:spTree>
    <p:extLst>
      <p:ext uri="{BB962C8B-B14F-4D97-AF65-F5344CB8AC3E}">
        <p14:creationId xmlns:p14="http://schemas.microsoft.com/office/powerpoint/2010/main" val="2784669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1.</a:t>
            </a:r>
            <a:r>
              <a:rPr lang="ja-JP" altLang="en-US" dirty="0"/>
              <a:t>システム化の目的・背景・狙い</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vert="horz" lIns="91440" tIns="45720" rIns="91440" bIns="45720" rtlCol="0" anchor="t">
            <a:normAutofit/>
          </a:bodyPr>
          <a:lstStyle/>
          <a:p>
            <a:r>
              <a:rPr lang="ja-JP" altLang="en-US" dirty="0"/>
              <a:t>近年、カードゲームが流行しており、</a:t>
            </a:r>
            <a:r>
              <a:rPr lang="en-US" altLang="ja-JP" dirty="0"/>
              <a:t>2</a:t>
            </a:r>
            <a:r>
              <a:rPr lang="ja-JP" altLang="en-US" dirty="0"/>
              <a:t>人用の対戦型カードゲームのヴァイスシュバルツもその一つである。</a:t>
            </a:r>
            <a:endParaRPr lang="en-US" altLang="ja-JP" dirty="0"/>
          </a:p>
          <a:p>
            <a:r>
              <a:rPr lang="ja-JP" altLang="en-US" dirty="0"/>
              <a:t>しかし、コロナ化によってカードショップ内でのファイトブースが閉鎖され、店舗での対面対戦が出来ない状況にある。</a:t>
            </a:r>
            <a:endParaRPr lang="en-US" altLang="ja-JP" dirty="0"/>
          </a:p>
          <a:p>
            <a:r>
              <a:rPr kumimoji="1" lang="en-US" altLang="ja-JP" dirty="0"/>
              <a:t>Discord</a:t>
            </a:r>
            <a:r>
              <a:rPr kumimoji="1" lang="ja-JP" altLang="en-US" dirty="0"/>
              <a:t>や</a:t>
            </a:r>
            <a:r>
              <a:rPr kumimoji="1" lang="en-US" altLang="ja-JP" dirty="0"/>
              <a:t>Skype</a:t>
            </a:r>
            <a:r>
              <a:rPr kumimoji="1" lang="ja-JP" altLang="en-US" dirty="0"/>
              <a:t>などのビデオ通話を用いた、ネット対戦を推奨しているが、カメラを用意したり、</a:t>
            </a:r>
            <a:r>
              <a:rPr kumimoji="1" lang="en-US" altLang="ja-JP" dirty="0"/>
              <a:t>PC</a:t>
            </a:r>
            <a:r>
              <a:rPr kumimoji="1" lang="ja-JP" altLang="en-US" dirty="0"/>
              <a:t>と場所のセッティングなどが必要であり、敷居が高い状況にある。</a:t>
            </a:r>
            <a:endParaRPr kumimoji="1" lang="en-US" altLang="ja-JP" dirty="0"/>
          </a:p>
          <a:p>
            <a:r>
              <a:rPr lang="ja-JP" altLang="en-US" dirty="0"/>
              <a:t>そこでカードゲームを</a:t>
            </a:r>
            <a:r>
              <a:rPr kumimoji="1" lang="ja-JP" altLang="en-US" dirty="0"/>
              <a:t>オンライン対戦できるようなサイトを構築する。</a:t>
            </a:r>
          </a:p>
          <a:p>
            <a:endParaRPr lang="ja-JP" altLang="en-US" dirty="0">
              <a:ea typeface="メイリオ"/>
            </a:endParaRPr>
          </a:p>
          <a:p>
            <a:r>
              <a:rPr lang="ja-JP" altLang="en-US" dirty="0">
                <a:ea typeface="メイリオ"/>
              </a:rPr>
              <a:t>サイト名は</a:t>
            </a:r>
            <a:r>
              <a:rPr lang="en-US" dirty="0">
                <a:ea typeface="+mn-lt"/>
              </a:rPr>
              <a:t>BSP</a:t>
            </a:r>
            <a:r>
              <a:rPr lang="en-US" altLang="ja-JP" dirty="0">
                <a:ea typeface="+mn-lt"/>
              </a:rPr>
              <a:t>S(Battle </a:t>
            </a:r>
            <a:r>
              <a:rPr lang="en-US" altLang="ja-JP" dirty="0">
                <a:ea typeface="+mn-lt"/>
                <a:cs typeface="+mn-lt"/>
              </a:rPr>
              <a:t>S</a:t>
            </a:r>
            <a:r>
              <a:rPr lang="en-US" dirty="0">
                <a:ea typeface="+mn-lt"/>
                <a:cs typeface="+mn-lt"/>
              </a:rPr>
              <a:t>imulation</a:t>
            </a:r>
            <a:r>
              <a:rPr lang="en-US" dirty="0">
                <a:ea typeface="+mn-lt"/>
              </a:rPr>
              <a:t> Portal </a:t>
            </a:r>
            <a:r>
              <a:rPr lang="en-US" altLang="ja-JP" dirty="0">
                <a:ea typeface="+mn-lt"/>
              </a:rPr>
              <a:t>S</a:t>
            </a:r>
            <a:r>
              <a:rPr lang="en-US" dirty="0">
                <a:ea typeface="+mn-lt"/>
              </a:rPr>
              <a:t>ite</a:t>
            </a:r>
            <a:r>
              <a:rPr lang="en-US" altLang="ja-JP" dirty="0">
                <a:ea typeface="+mn-lt"/>
              </a:rPr>
              <a:t>)</a:t>
            </a:r>
            <a:endParaRPr lang="ja-JP" altLang="en-US" dirty="0">
              <a:ea typeface="+mn-lt"/>
            </a:endParaRPr>
          </a:p>
        </p:txBody>
      </p:sp>
    </p:spTree>
    <p:extLst>
      <p:ext uri="{BB962C8B-B14F-4D97-AF65-F5344CB8AC3E}">
        <p14:creationId xmlns:p14="http://schemas.microsoft.com/office/powerpoint/2010/main" val="2926743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2.</a:t>
            </a:r>
            <a:r>
              <a:rPr lang="ja-JP" altLang="en-US" dirty="0"/>
              <a:t>サイト要件</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lstStyle/>
          <a:p>
            <a:r>
              <a:rPr kumimoji="1" lang="ja-JP" altLang="en-US" dirty="0"/>
              <a:t>カードゲーム・ヴァイスシュバルツをオンライン対戦できるようなサイトを構築する。</a:t>
            </a:r>
            <a:endParaRPr kumimoji="1" lang="en-US" altLang="ja-JP" dirty="0"/>
          </a:p>
          <a:p>
            <a:r>
              <a:rPr lang="ja-JP" altLang="en-US" dirty="0"/>
              <a:t>サイトはブラウザ上のみで完結し、クライアントツールの提供は現状、考えていない</a:t>
            </a:r>
            <a:endParaRPr lang="en-US" altLang="ja-JP" dirty="0"/>
          </a:p>
          <a:p>
            <a:r>
              <a:rPr kumimoji="1" lang="ja-JP" altLang="en-US" dirty="0"/>
              <a:t>対象ブラウザは、</a:t>
            </a:r>
            <a:r>
              <a:rPr kumimoji="1" lang="en-US" altLang="ja-JP" dirty="0" err="1"/>
              <a:t>GooleChroom</a:t>
            </a:r>
            <a:r>
              <a:rPr lang="ja-JP" altLang="en-US" dirty="0"/>
              <a:t>とする</a:t>
            </a:r>
            <a:r>
              <a:rPr kumimoji="1" lang="en-US" altLang="ja-JP" dirty="0"/>
              <a:t>(</a:t>
            </a:r>
            <a:r>
              <a:rPr lang="en-US" altLang="ja-JP" dirty="0" err="1"/>
              <a:t>F</a:t>
            </a:r>
            <a:r>
              <a:rPr kumimoji="1" lang="en-US" altLang="ja-JP" dirty="0" err="1"/>
              <a:t>lashPlayer</a:t>
            </a:r>
            <a:r>
              <a:rPr kumimoji="1" lang="ja-JP" altLang="en-US" dirty="0"/>
              <a:t>は現状サービスが終了している</a:t>
            </a:r>
            <a:r>
              <a:rPr kumimoji="1" lang="en-US" altLang="ja-JP" dirty="0"/>
              <a:t>)</a:t>
            </a:r>
          </a:p>
          <a:p>
            <a:pPr lvl="1"/>
            <a:r>
              <a:rPr lang="en-US" altLang="ja-JP" dirty="0" err="1"/>
              <a:t>JavaScript,Java</a:t>
            </a:r>
            <a:r>
              <a:rPr lang="en-US" altLang="ja-JP" dirty="0"/>
              <a:t>,</a:t>
            </a:r>
            <a:r>
              <a:rPr lang="ja-JP" altLang="en-US" dirty="0"/>
              <a:t>サーバーーサイドの環境構築</a:t>
            </a:r>
            <a:endParaRPr kumimoji="1" lang="en-US" altLang="ja-JP" dirty="0"/>
          </a:p>
          <a:p>
            <a:r>
              <a:rPr lang="ja-JP" altLang="en-US" dirty="0"/>
              <a:t>スマートフォン用のサイトは現状考えていない</a:t>
            </a:r>
            <a:endParaRPr kumimoji="1" lang="en-US" altLang="ja-JP" dirty="0"/>
          </a:p>
          <a:p>
            <a:endParaRPr kumimoji="1" lang="en-US" altLang="ja-JP" dirty="0"/>
          </a:p>
          <a:p>
            <a:endParaRPr kumimoji="1" lang="en-US" altLang="ja-JP" dirty="0"/>
          </a:p>
        </p:txBody>
      </p:sp>
    </p:spTree>
    <p:extLst>
      <p:ext uri="{BB962C8B-B14F-4D97-AF65-F5344CB8AC3E}">
        <p14:creationId xmlns:p14="http://schemas.microsoft.com/office/powerpoint/2010/main" val="262673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3.</a:t>
            </a:r>
            <a:r>
              <a:rPr lang="ja-JP" altLang="en-US" dirty="0"/>
              <a:t>サイト機能</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lstStyle/>
          <a:p>
            <a:r>
              <a:rPr lang="ja-JP" altLang="en-US" dirty="0"/>
              <a:t>すべてオンラインで完結させるようにする。</a:t>
            </a:r>
            <a:endParaRPr lang="en-US" altLang="ja-JP" dirty="0"/>
          </a:p>
          <a:p>
            <a:r>
              <a:rPr kumimoji="1" lang="ja-JP" altLang="en-US" dirty="0"/>
              <a:t>提供する機能は次の通り</a:t>
            </a:r>
            <a:endParaRPr kumimoji="1" lang="en-US" altLang="ja-JP" dirty="0"/>
          </a:p>
          <a:p>
            <a:pPr lvl="1"/>
            <a:r>
              <a:rPr lang="ja-JP" altLang="en-US" dirty="0"/>
              <a:t>①ポータル機能</a:t>
            </a:r>
            <a:endParaRPr lang="en-US" altLang="ja-JP" dirty="0"/>
          </a:p>
          <a:p>
            <a:pPr lvl="1"/>
            <a:r>
              <a:rPr lang="ja-JP" altLang="en-US" dirty="0"/>
              <a:t>②</a:t>
            </a:r>
            <a:r>
              <a:rPr kumimoji="1" lang="en-US" altLang="ja-JP" dirty="0"/>
              <a:t>CPU</a:t>
            </a:r>
            <a:r>
              <a:rPr kumimoji="1" lang="ja-JP" altLang="en-US" dirty="0"/>
              <a:t>対戦</a:t>
            </a:r>
            <a:endParaRPr kumimoji="1" lang="en-US" altLang="ja-JP" dirty="0"/>
          </a:p>
          <a:p>
            <a:pPr lvl="1"/>
            <a:r>
              <a:rPr lang="ja-JP" altLang="en-US" dirty="0"/>
              <a:t>③オンライン対戦</a:t>
            </a:r>
            <a:endParaRPr lang="en-US" altLang="ja-JP" dirty="0"/>
          </a:p>
          <a:p>
            <a:pPr lvl="1"/>
            <a:r>
              <a:rPr lang="ja-JP" altLang="en-US" dirty="0"/>
              <a:t>④</a:t>
            </a:r>
            <a:r>
              <a:rPr kumimoji="1" lang="ja-JP" altLang="en-US" dirty="0"/>
              <a:t>デッキ構築</a:t>
            </a:r>
            <a:endParaRPr kumimoji="1" lang="en-US" altLang="ja-JP" dirty="0"/>
          </a:p>
          <a:p>
            <a:pPr lvl="1"/>
            <a:r>
              <a:rPr lang="ja-JP" altLang="en-US" dirty="0"/>
              <a:t>⑤管理機能</a:t>
            </a:r>
            <a:endParaRPr kumimoji="1" lang="en-US" altLang="ja-JP" dirty="0"/>
          </a:p>
          <a:p>
            <a:endParaRPr kumimoji="1" lang="en-US" altLang="ja-JP" dirty="0"/>
          </a:p>
        </p:txBody>
      </p:sp>
    </p:spTree>
    <p:extLst>
      <p:ext uri="{BB962C8B-B14F-4D97-AF65-F5344CB8AC3E}">
        <p14:creationId xmlns:p14="http://schemas.microsoft.com/office/powerpoint/2010/main" val="110986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3-1.</a:t>
            </a:r>
            <a:r>
              <a:rPr lang="ja-JP" altLang="en-US" dirty="0"/>
              <a:t>ポータル機能 フロー</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lstStyle/>
          <a:p>
            <a:r>
              <a:rPr lang="ja-JP" altLang="en-US" dirty="0"/>
              <a:t>ポータル機能</a:t>
            </a:r>
            <a:r>
              <a:rPr kumimoji="1" lang="en-US" altLang="ja-JP" dirty="0"/>
              <a:t>(</a:t>
            </a:r>
            <a:r>
              <a:rPr kumimoji="1" lang="ja-JP" altLang="en-US" dirty="0"/>
              <a:t>ログインユーザー</a:t>
            </a:r>
            <a:r>
              <a:rPr kumimoji="1" lang="en-US" altLang="ja-JP" dirty="0"/>
              <a:t>)</a:t>
            </a:r>
          </a:p>
          <a:p>
            <a:pPr lvl="1"/>
            <a:r>
              <a:rPr kumimoji="1" lang="ja-JP" altLang="en-US" dirty="0"/>
              <a:t>メールアドレスもしくは、</a:t>
            </a:r>
            <a:r>
              <a:rPr kumimoji="1" lang="en-US" altLang="ja-JP" dirty="0" err="1"/>
              <a:t>Twiiter</a:t>
            </a:r>
            <a:r>
              <a:rPr kumimoji="1" lang="ja-JP" altLang="en-US" dirty="0"/>
              <a:t>、</a:t>
            </a:r>
            <a:r>
              <a:rPr kumimoji="1" lang="en-US" altLang="ja-JP" dirty="0"/>
              <a:t>Line</a:t>
            </a:r>
            <a:r>
              <a:rPr lang="ja-JP" altLang="en-US" dirty="0"/>
              <a:t>の自動ログインにて、会員登録が可能</a:t>
            </a:r>
            <a:endParaRPr lang="en-US" altLang="ja-JP" dirty="0"/>
          </a:p>
          <a:p>
            <a:pPr lvl="1"/>
            <a:r>
              <a:rPr lang="ja-JP" altLang="en-US" dirty="0"/>
              <a:t>他ログインしているユーザーとフレンドとなることが可能</a:t>
            </a:r>
            <a:endParaRPr lang="en-US" altLang="ja-JP" dirty="0"/>
          </a:p>
          <a:p>
            <a:pPr lvl="1"/>
            <a:r>
              <a:rPr lang="ja-JP" altLang="en-US" dirty="0"/>
              <a:t>フレンドであるユーザーに対して、チャットを送信する機能</a:t>
            </a:r>
            <a:endParaRPr lang="en-US" altLang="ja-JP" dirty="0"/>
          </a:p>
          <a:p>
            <a:pPr lvl="1"/>
            <a:r>
              <a:rPr lang="ja-JP" altLang="en-US" dirty="0"/>
              <a:t>フレンドであるユーザーに対して、対戦を申し込むことが可能</a:t>
            </a:r>
            <a:endParaRPr kumimoji="1" lang="en-US" altLang="ja-JP" dirty="0"/>
          </a:p>
          <a:p>
            <a:endParaRPr kumimoji="1" lang="en-US" altLang="ja-JP" dirty="0"/>
          </a:p>
          <a:p>
            <a:endParaRPr kumimoji="1" lang="en-US" altLang="ja-JP" dirty="0"/>
          </a:p>
        </p:txBody>
      </p:sp>
    </p:spTree>
    <p:extLst>
      <p:ext uri="{BB962C8B-B14F-4D97-AF65-F5344CB8AC3E}">
        <p14:creationId xmlns:p14="http://schemas.microsoft.com/office/powerpoint/2010/main" val="1611157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3-2. </a:t>
            </a:r>
            <a:r>
              <a:rPr lang="ja-JP" altLang="en-US" dirty="0"/>
              <a:t>対戦機能 フロー</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lstStyle/>
          <a:p>
            <a:r>
              <a:rPr kumimoji="1" lang="en-US" altLang="ja-JP" dirty="0"/>
              <a:t>CPU</a:t>
            </a:r>
            <a:r>
              <a:rPr kumimoji="1" lang="ja-JP" altLang="en-US" dirty="0"/>
              <a:t>対戦</a:t>
            </a:r>
            <a:r>
              <a:rPr kumimoji="1" lang="en-US" altLang="ja-JP" dirty="0"/>
              <a:t>(</a:t>
            </a:r>
            <a:r>
              <a:rPr kumimoji="1" lang="ja-JP" altLang="en-US" dirty="0"/>
              <a:t>ゲストユーザー</a:t>
            </a:r>
            <a:r>
              <a:rPr kumimoji="1" lang="en-US" altLang="ja-JP" dirty="0"/>
              <a:t>)</a:t>
            </a:r>
          </a:p>
          <a:p>
            <a:pPr lvl="1"/>
            <a:r>
              <a:rPr kumimoji="1" lang="ja-JP" altLang="en-US" dirty="0"/>
              <a:t>ゲストユーザーが任意のデッキを選択する</a:t>
            </a:r>
            <a:endParaRPr kumimoji="1" lang="en-US" altLang="ja-JP" dirty="0"/>
          </a:p>
          <a:p>
            <a:pPr lvl="1"/>
            <a:r>
              <a:rPr kumimoji="1" lang="ja-JP" altLang="en-US" dirty="0"/>
              <a:t>複数の</a:t>
            </a:r>
            <a:r>
              <a:rPr kumimoji="1" lang="en-US" altLang="ja-JP" dirty="0"/>
              <a:t>CPU</a:t>
            </a:r>
            <a:r>
              <a:rPr kumimoji="1" lang="ja-JP" altLang="en-US" dirty="0"/>
              <a:t>から</a:t>
            </a:r>
            <a:r>
              <a:rPr kumimoji="1" lang="en-US" altLang="ja-JP" dirty="0"/>
              <a:t>1</a:t>
            </a:r>
            <a:r>
              <a:rPr kumimoji="1" lang="ja-JP" altLang="en-US" dirty="0"/>
              <a:t>名を選択し、対戦する</a:t>
            </a:r>
            <a:endParaRPr kumimoji="1" lang="en-US" altLang="ja-JP" dirty="0"/>
          </a:p>
          <a:p>
            <a:pPr lvl="1"/>
            <a:endParaRPr kumimoji="1" lang="en-US" altLang="ja-JP" dirty="0"/>
          </a:p>
          <a:p>
            <a:endParaRPr kumimoji="1" lang="en-US" altLang="ja-JP" dirty="0"/>
          </a:p>
          <a:p>
            <a:endParaRPr kumimoji="1" lang="en-US" altLang="ja-JP" dirty="0"/>
          </a:p>
        </p:txBody>
      </p:sp>
    </p:spTree>
    <p:extLst>
      <p:ext uri="{BB962C8B-B14F-4D97-AF65-F5344CB8AC3E}">
        <p14:creationId xmlns:p14="http://schemas.microsoft.com/office/powerpoint/2010/main" val="2222105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3-2. </a:t>
            </a:r>
            <a:r>
              <a:rPr lang="ja-JP" altLang="en-US" dirty="0"/>
              <a:t>対戦機能 フロー</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lstStyle/>
          <a:p>
            <a:r>
              <a:rPr kumimoji="1" lang="en-US" altLang="ja-JP" dirty="0"/>
              <a:t>CPU</a:t>
            </a:r>
            <a:r>
              <a:rPr kumimoji="1" lang="ja-JP" altLang="en-US" dirty="0"/>
              <a:t>対戦</a:t>
            </a:r>
            <a:r>
              <a:rPr kumimoji="1" lang="en-US" altLang="ja-JP" dirty="0"/>
              <a:t>(</a:t>
            </a:r>
            <a:r>
              <a:rPr kumimoji="1" lang="ja-JP" altLang="en-US" dirty="0"/>
              <a:t>ログインユーザー</a:t>
            </a:r>
            <a:r>
              <a:rPr kumimoji="1" lang="en-US" altLang="ja-JP" dirty="0"/>
              <a:t>)</a:t>
            </a:r>
          </a:p>
          <a:p>
            <a:pPr lvl="1"/>
            <a:r>
              <a:rPr kumimoji="1" lang="ja-JP" altLang="en-US" dirty="0"/>
              <a:t>ログインユーザーが任意のデッキを選択する</a:t>
            </a:r>
            <a:endParaRPr kumimoji="1" lang="en-US" altLang="ja-JP" dirty="0"/>
          </a:p>
          <a:p>
            <a:pPr lvl="1"/>
            <a:r>
              <a:rPr kumimoji="1" lang="ja-JP" altLang="en-US" dirty="0"/>
              <a:t>複数の</a:t>
            </a:r>
            <a:r>
              <a:rPr kumimoji="1" lang="en-US" altLang="ja-JP" dirty="0"/>
              <a:t>CPU</a:t>
            </a:r>
            <a:r>
              <a:rPr kumimoji="1" lang="ja-JP" altLang="en-US" dirty="0"/>
              <a:t>から</a:t>
            </a:r>
            <a:r>
              <a:rPr kumimoji="1" lang="en-US" altLang="ja-JP" dirty="0"/>
              <a:t>1</a:t>
            </a:r>
            <a:r>
              <a:rPr kumimoji="1" lang="ja-JP" altLang="en-US" dirty="0"/>
              <a:t>名を選択し、対戦する</a:t>
            </a:r>
            <a:endParaRPr kumimoji="1" lang="en-US" altLang="ja-JP" dirty="0"/>
          </a:p>
          <a:p>
            <a:pPr lvl="1"/>
            <a:r>
              <a:rPr lang="ja-JP" altLang="en-US" dirty="0"/>
              <a:t>対戦履歴や、勝率を保持する</a:t>
            </a:r>
            <a:endParaRPr lang="en-US" altLang="ja-JP" dirty="0"/>
          </a:p>
          <a:p>
            <a:pPr lvl="1"/>
            <a:r>
              <a:rPr kumimoji="1" lang="ja-JP" altLang="en-US" dirty="0"/>
              <a:t>また、</a:t>
            </a:r>
            <a:r>
              <a:rPr kumimoji="1" lang="en-US" altLang="ja-JP" dirty="0" err="1"/>
              <a:t>Twiiter</a:t>
            </a:r>
            <a:r>
              <a:rPr kumimoji="1" lang="ja-JP" altLang="en-US" dirty="0"/>
              <a:t>や</a:t>
            </a:r>
            <a:r>
              <a:rPr kumimoji="1" lang="en-US" altLang="ja-JP" dirty="0"/>
              <a:t>Line</a:t>
            </a:r>
            <a:r>
              <a:rPr kumimoji="1" lang="ja-JP" altLang="en-US" dirty="0"/>
              <a:t>などで状況を広めることが可能</a:t>
            </a:r>
            <a:endParaRPr kumimoji="1" lang="en-US" altLang="ja-JP" dirty="0"/>
          </a:p>
        </p:txBody>
      </p:sp>
    </p:spTree>
    <p:extLst>
      <p:ext uri="{BB962C8B-B14F-4D97-AF65-F5344CB8AC3E}">
        <p14:creationId xmlns:p14="http://schemas.microsoft.com/office/powerpoint/2010/main" val="3868893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normAutofit/>
          </a:bodyPr>
          <a:lstStyle/>
          <a:p>
            <a:r>
              <a:rPr lang="en-US" altLang="ja-JP" dirty="0"/>
              <a:t>3-2.</a:t>
            </a:r>
            <a:r>
              <a:rPr lang="ja-JP" altLang="en-US" dirty="0"/>
              <a:t> 対戦機能 フロー</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normAutofit/>
          </a:bodyPr>
          <a:lstStyle/>
          <a:p>
            <a:r>
              <a:rPr lang="ja-JP" altLang="en-US" dirty="0"/>
              <a:t>オンライン</a:t>
            </a:r>
            <a:r>
              <a:rPr kumimoji="1" lang="ja-JP" altLang="en-US" dirty="0"/>
              <a:t>対戦</a:t>
            </a:r>
            <a:r>
              <a:rPr kumimoji="1" lang="en-US" altLang="ja-JP" dirty="0"/>
              <a:t>(</a:t>
            </a:r>
            <a:r>
              <a:rPr kumimoji="1" lang="ja-JP" altLang="en-US" dirty="0"/>
              <a:t>ゲストユーザー</a:t>
            </a:r>
            <a:r>
              <a:rPr kumimoji="1" lang="en-US" altLang="ja-JP" dirty="0"/>
              <a:t>)</a:t>
            </a:r>
          </a:p>
          <a:p>
            <a:pPr lvl="1"/>
            <a:r>
              <a:rPr kumimoji="1" lang="ja-JP" altLang="en-US" dirty="0"/>
              <a:t>ゲストユーザーが任意のデッキを選択する</a:t>
            </a:r>
            <a:endParaRPr kumimoji="1" lang="en-US" altLang="ja-JP" dirty="0"/>
          </a:p>
          <a:p>
            <a:pPr lvl="1"/>
            <a:r>
              <a:rPr kumimoji="1" lang="ja-JP" altLang="en-US" dirty="0"/>
              <a:t>ランダムルームもしくはルーム番号を入力し、対戦ルームに入る</a:t>
            </a:r>
            <a:endParaRPr kumimoji="1" lang="en-US" altLang="ja-JP" dirty="0"/>
          </a:p>
          <a:p>
            <a:pPr lvl="1"/>
            <a:r>
              <a:rPr lang="ja-JP" altLang="en-US" dirty="0"/>
              <a:t>ランダムルームの場合、</a:t>
            </a:r>
            <a:r>
              <a:rPr lang="en-US" altLang="ja-JP" dirty="0"/>
              <a:t>1</a:t>
            </a:r>
            <a:r>
              <a:rPr lang="ja-JP" altLang="en-US" dirty="0"/>
              <a:t>ルームに入れるユーザーは</a:t>
            </a:r>
            <a:r>
              <a:rPr lang="en-US" altLang="ja-JP" dirty="0"/>
              <a:t>2</a:t>
            </a:r>
            <a:r>
              <a:rPr lang="ja-JP" altLang="en-US" dirty="0"/>
              <a:t>名まで</a:t>
            </a:r>
            <a:endParaRPr lang="en-US" altLang="ja-JP" dirty="0"/>
          </a:p>
          <a:p>
            <a:pPr lvl="1"/>
            <a:r>
              <a:rPr lang="ja-JP" altLang="en-US" dirty="0"/>
              <a:t>対戦ルームの場合、</a:t>
            </a:r>
            <a:r>
              <a:rPr lang="en-US" altLang="ja-JP" dirty="0"/>
              <a:t>1</a:t>
            </a:r>
            <a:r>
              <a:rPr lang="ja-JP" altLang="en-US" dirty="0"/>
              <a:t>ルームに入れるユーザーは</a:t>
            </a:r>
            <a:r>
              <a:rPr lang="en-US" altLang="ja-JP" dirty="0"/>
              <a:t>10</a:t>
            </a:r>
            <a:r>
              <a:rPr lang="ja-JP" altLang="en-US" dirty="0"/>
              <a:t>名まで</a:t>
            </a:r>
            <a:endParaRPr lang="en-US" altLang="ja-JP" dirty="0"/>
          </a:p>
          <a:p>
            <a:pPr lvl="1"/>
            <a:r>
              <a:rPr lang="ja-JP" altLang="en-US" dirty="0"/>
              <a:t>対戦ルームに入室後、</a:t>
            </a:r>
            <a:r>
              <a:rPr kumimoji="1" lang="ja-JP" altLang="en-US" dirty="0"/>
              <a:t>対戦モード、もしくは観戦モードを選択する</a:t>
            </a:r>
            <a:endParaRPr kumimoji="1" lang="en-US" altLang="ja-JP" dirty="0"/>
          </a:p>
          <a:p>
            <a:pPr lvl="1"/>
            <a:r>
              <a:rPr lang="ja-JP" altLang="en-US" dirty="0"/>
              <a:t>対戦モードを選択したユーザーが</a:t>
            </a:r>
            <a:r>
              <a:rPr lang="en-US" altLang="ja-JP" dirty="0"/>
              <a:t>2</a:t>
            </a:r>
            <a:r>
              <a:rPr lang="ja-JP" altLang="en-US" dirty="0"/>
              <a:t>名になった場合、対戦が始まる</a:t>
            </a:r>
            <a:endParaRPr lang="en-US" altLang="ja-JP" dirty="0"/>
          </a:p>
          <a:p>
            <a:pPr lvl="1"/>
            <a:r>
              <a:rPr kumimoji="1" lang="ja-JP" altLang="en-US" dirty="0"/>
              <a:t>対戦スタート時に、モード選択をしてないユーザーは観戦モードへ切り替わる</a:t>
            </a:r>
            <a:endParaRPr kumimoji="1" lang="en-US" altLang="ja-JP" dirty="0"/>
          </a:p>
          <a:p>
            <a:pPr lvl="1"/>
            <a:r>
              <a:rPr kumimoji="1" lang="ja-JP" altLang="en-US" dirty="0"/>
              <a:t>対戦スタート後に、対戦ルームに入室したユーザーは観戦モードへ切り替わる</a:t>
            </a:r>
            <a:endParaRPr kumimoji="1" lang="en-US" altLang="ja-JP" dirty="0"/>
          </a:p>
          <a:p>
            <a:endParaRPr kumimoji="1" lang="en-US" altLang="ja-JP" dirty="0"/>
          </a:p>
          <a:p>
            <a:endParaRPr kumimoji="1" lang="en-US" altLang="ja-JP" dirty="0"/>
          </a:p>
        </p:txBody>
      </p:sp>
    </p:spTree>
    <p:extLst>
      <p:ext uri="{BB962C8B-B14F-4D97-AF65-F5344CB8AC3E}">
        <p14:creationId xmlns:p14="http://schemas.microsoft.com/office/powerpoint/2010/main" val="3665968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3-2.</a:t>
            </a:r>
            <a:r>
              <a:rPr lang="ja-JP" altLang="en-US" dirty="0"/>
              <a:t>対戦機能 フロー</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normAutofit lnSpcReduction="10000"/>
          </a:bodyPr>
          <a:lstStyle/>
          <a:p>
            <a:r>
              <a:rPr lang="ja-JP" altLang="en-US" dirty="0"/>
              <a:t>オンライン</a:t>
            </a:r>
            <a:r>
              <a:rPr kumimoji="1" lang="ja-JP" altLang="en-US" dirty="0"/>
              <a:t>対戦</a:t>
            </a:r>
            <a:r>
              <a:rPr kumimoji="1" lang="en-US" altLang="ja-JP" dirty="0"/>
              <a:t>(</a:t>
            </a:r>
            <a:r>
              <a:rPr kumimoji="1" lang="ja-JP" altLang="en-US" dirty="0"/>
              <a:t>ログインユーザー</a:t>
            </a:r>
            <a:r>
              <a:rPr kumimoji="1" lang="en-US" altLang="ja-JP" dirty="0"/>
              <a:t>)</a:t>
            </a:r>
            <a:endParaRPr lang="en-US" altLang="ja-JP" dirty="0"/>
          </a:p>
          <a:p>
            <a:pPr lvl="1"/>
            <a:r>
              <a:rPr kumimoji="1" lang="ja-JP" altLang="en-US" dirty="0"/>
              <a:t>ログインユーザーが任意のデッキを選択する</a:t>
            </a:r>
            <a:endParaRPr kumimoji="1" lang="en-US" altLang="ja-JP" dirty="0"/>
          </a:p>
          <a:p>
            <a:pPr lvl="1"/>
            <a:r>
              <a:rPr kumimoji="1" lang="ja-JP" altLang="en-US" dirty="0"/>
              <a:t>ランダムルームもしくはルーム番号を入力し、対戦ルームに入る</a:t>
            </a:r>
            <a:endParaRPr kumimoji="1" lang="en-US" altLang="ja-JP" dirty="0"/>
          </a:p>
          <a:p>
            <a:pPr lvl="1"/>
            <a:r>
              <a:rPr lang="ja-JP" altLang="en-US" dirty="0"/>
              <a:t>ランダムルームの場合、</a:t>
            </a:r>
            <a:r>
              <a:rPr lang="en-US" altLang="ja-JP" dirty="0"/>
              <a:t>1</a:t>
            </a:r>
            <a:r>
              <a:rPr lang="ja-JP" altLang="en-US" dirty="0"/>
              <a:t>ルームに入れるユーザーは</a:t>
            </a:r>
            <a:r>
              <a:rPr lang="en-US" altLang="ja-JP" dirty="0"/>
              <a:t>2</a:t>
            </a:r>
            <a:r>
              <a:rPr lang="ja-JP" altLang="en-US" dirty="0"/>
              <a:t>名まで</a:t>
            </a:r>
            <a:endParaRPr lang="en-US" altLang="ja-JP" dirty="0"/>
          </a:p>
          <a:p>
            <a:pPr lvl="1"/>
            <a:r>
              <a:rPr lang="ja-JP" altLang="en-US" dirty="0"/>
              <a:t>対戦ルームの場合、</a:t>
            </a:r>
            <a:r>
              <a:rPr lang="en-US" altLang="ja-JP" dirty="0"/>
              <a:t>1</a:t>
            </a:r>
            <a:r>
              <a:rPr lang="ja-JP" altLang="en-US" dirty="0"/>
              <a:t>ルームに入れるユーザーは</a:t>
            </a:r>
            <a:r>
              <a:rPr lang="en-US" altLang="ja-JP" dirty="0"/>
              <a:t>10</a:t>
            </a:r>
            <a:r>
              <a:rPr lang="ja-JP" altLang="en-US" dirty="0"/>
              <a:t>名まで</a:t>
            </a:r>
            <a:endParaRPr lang="en-US" altLang="ja-JP" dirty="0"/>
          </a:p>
          <a:p>
            <a:pPr lvl="1"/>
            <a:r>
              <a:rPr lang="ja-JP" altLang="en-US" dirty="0"/>
              <a:t>対戦ルームに入室後、</a:t>
            </a:r>
            <a:r>
              <a:rPr kumimoji="1" lang="ja-JP" altLang="en-US" dirty="0"/>
              <a:t>対戦モード、もしくは観戦モードを選択する</a:t>
            </a:r>
            <a:endParaRPr kumimoji="1" lang="en-US" altLang="ja-JP" dirty="0"/>
          </a:p>
          <a:p>
            <a:pPr lvl="1"/>
            <a:r>
              <a:rPr lang="ja-JP" altLang="en-US" dirty="0"/>
              <a:t>対戦モードを選択したユーザーが</a:t>
            </a:r>
            <a:r>
              <a:rPr lang="en-US" altLang="ja-JP" dirty="0"/>
              <a:t>2</a:t>
            </a:r>
            <a:r>
              <a:rPr lang="ja-JP" altLang="en-US" dirty="0"/>
              <a:t>名になった場合、対戦が始まる</a:t>
            </a:r>
            <a:endParaRPr lang="en-US" altLang="ja-JP" dirty="0"/>
          </a:p>
          <a:p>
            <a:pPr lvl="1"/>
            <a:r>
              <a:rPr kumimoji="1" lang="ja-JP" altLang="en-US" dirty="0"/>
              <a:t>対戦スタート時に、モード選択をしてないユーザーは観戦モードへ切り替わる</a:t>
            </a:r>
            <a:endParaRPr kumimoji="1" lang="en-US" altLang="ja-JP" dirty="0"/>
          </a:p>
          <a:p>
            <a:pPr lvl="1"/>
            <a:r>
              <a:rPr kumimoji="1" lang="ja-JP" altLang="en-US" dirty="0"/>
              <a:t>対戦スタート後に、対戦ルームに入室したユーザーは観戦モードへ切り替わる</a:t>
            </a:r>
            <a:endParaRPr kumimoji="1" lang="en-US" altLang="ja-JP" dirty="0"/>
          </a:p>
          <a:p>
            <a:pPr lvl="1"/>
            <a:r>
              <a:rPr lang="ja-JP" altLang="en-US" dirty="0"/>
              <a:t>対戦履歴や、勝率を保持する</a:t>
            </a:r>
            <a:endParaRPr lang="en-US" altLang="ja-JP" dirty="0"/>
          </a:p>
          <a:p>
            <a:pPr lvl="1"/>
            <a:r>
              <a:rPr lang="ja-JP" altLang="en-US" dirty="0"/>
              <a:t>また、</a:t>
            </a:r>
            <a:r>
              <a:rPr lang="en-US" altLang="ja-JP" dirty="0" err="1"/>
              <a:t>Twiiter</a:t>
            </a:r>
            <a:r>
              <a:rPr lang="ja-JP" altLang="en-US" dirty="0"/>
              <a:t>や</a:t>
            </a:r>
            <a:r>
              <a:rPr lang="en-US" altLang="ja-JP" dirty="0"/>
              <a:t>Line</a:t>
            </a:r>
            <a:r>
              <a:rPr lang="ja-JP" altLang="en-US" dirty="0"/>
              <a:t>などで状況を広めることが可能</a:t>
            </a:r>
            <a:endParaRPr kumimoji="1" lang="en-US" altLang="ja-JP" dirty="0"/>
          </a:p>
          <a:p>
            <a:endParaRPr kumimoji="1" lang="en-US" altLang="ja-JP" dirty="0"/>
          </a:p>
          <a:p>
            <a:endParaRPr kumimoji="1" lang="en-US" altLang="ja-JP" dirty="0"/>
          </a:p>
        </p:txBody>
      </p:sp>
    </p:spTree>
    <p:extLst>
      <p:ext uri="{BB962C8B-B14F-4D97-AF65-F5344CB8AC3E}">
        <p14:creationId xmlns:p14="http://schemas.microsoft.com/office/powerpoint/2010/main" val="1533075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3-3.</a:t>
            </a:r>
            <a:r>
              <a:rPr lang="ja-JP" altLang="en-US" dirty="0"/>
              <a:t>デッキ構築 フロー</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normAutofit/>
          </a:bodyPr>
          <a:lstStyle/>
          <a:p>
            <a:r>
              <a:rPr kumimoji="1" lang="ja-JP" altLang="en-US" dirty="0"/>
              <a:t>デッキ構築</a:t>
            </a:r>
            <a:r>
              <a:rPr kumimoji="1" lang="en-US" altLang="ja-JP" dirty="0"/>
              <a:t>(</a:t>
            </a:r>
            <a:r>
              <a:rPr kumimoji="1" lang="ja-JP" altLang="en-US" dirty="0"/>
              <a:t>ログインユーザー</a:t>
            </a:r>
            <a:r>
              <a:rPr kumimoji="1" lang="en-US" altLang="ja-JP" dirty="0"/>
              <a:t>)</a:t>
            </a:r>
          </a:p>
          <a:p>
            <a:pPr lvl="1"/>
            <a:r>
              <a:rPr kumimoji="1" lang="ja-JP" altLang="en-US" dirty="0"/>
              <a:t>データベースに登録されているカード情報からカードを検索できる</a:t>
            </a:r>
            <a:endParaRPr lang="en-US" altLang="ja-JP" dirty="0"/>
          </a:p>
          <a:p>
            <a:pPr lvl="1"/>
            <a:r>
              <a:rPr kumimoji="1" lang="ja-JP" altLang="en-US" dirty="0"/>
              <a:t>カードを複数検索し、デッキの登録が出来る</a:t>
            </a:r>
            <a:r>
              <a:rPr kumimoji="1" lang="en-US" altLang="ja-JP" dirty="0"/>
              <a:t>(1</a:t>
            </a:r>
            <a:r>
              <a:rPr kumimoji="1" lang="ja-JP" altLang="en-US" dirty="0"/>
              <a:t>つ～複数</a:t>
            </a:r>
            <a:r>
              <a:rPr kumimoji="1" lang="en-US" altLang="ja-JP" dirty="0"/>
              <a:t>)</a:t>
            </a:r>
          </a:p>
          <a:p>
            <a:pPr lvl="1"/>
            <a:r>
              <a:rPr kumimoji="1" lang="ja-JP" altLang="en-US" dirty="0"/>
              <a:t>上記にて登録したデッキをオンライン対戦、</a:t>
            </a:r>
            <a:r>
              <a:rPr kumimoji="1" lang="en-US" altLang="ja-JP" dirty="0"/>
              <a:t>CPU</a:t>
            </a:r>
            <a:r>
              <a:rPr kumimoji="1" lang="ja-JP" altLang="en-US" dirty="0"/>
              <a:t>対戦において、選択することが可能</a:t>
            </a:r>
            <a:endParaRPr kumimoji="1" lang="en-US" altLang="ja-JP" dirty="0"/>
          </a:p>
          <a:p>
            <a:pPr lvl="1"/>
            <a:r>
              <a:rPr kumimoji="1" lang="ja-JP" altLang="en-US" dirty="0"/>
              <a:t>自作したデッキは公開することが出来る</a:t>
            </a:r>
            <a:endParaRPr kumimoji="1" lang="en-US" altLang="ja-JP" dirty="0"/>
          </a:p>
          <a:p>
            <a:pPr lvl="1"/>
            <a:r>
              <a:rPr lang="ja-JP" altLang="en-US" dirty="0"/>
              <a:t>公開されているデッキコードを入力し、デッキを使用することも可能</a:t>
            </a:r>
            <a:endParaRPr lang="en-US" altLang="ja-JP" dirty="0"/>
          </a:p>
          <a:p>
            <a:pPr lvl="1"/>
            <a:r>
              <a:rPr kumimoji="1" lang="ja-JP" altLang="en-US" dirty="0"/>
              <a:t>デッキコードを入力し、デッキの中身を確認することが可能</a:t>
            </a:r>
            <a:endParaRPr kumimoji="1" lang="en-US" altLang="ja-JP" dirty="0"/>
          </a:p>
          <a:p>
            <a:pPr marL="0" indent="0">
              <a:buNone/>
            </a:pPr>
            <a:r>
              <a:rPr kumimoji="1" lang="en-US" altLang="ja-JP" dirty="0"/>
              <a:t>※</a:t>
            </a:r>
            <a:r>
              <a:rPr kumimoji="1" lang="ja-JP" altLang="en-US" dirty="0"/>
              <a:t>ログインユーザーのみの機能</a:t>
            </a:r>
            <a:endParaRPr kumimoji="1" lang="en-US" altLang="ja-JP" dirty="0"/>
          </a:p>
        </p:txBody>
      </p:sp>
    </p:spTree>
    <p:extLst>
      <p:ext uri="{BB962C8B-B14F-4D97-AF65-F5344CB8AC3E}">
        <p14:creationId xmlns:p14="http://schemas.microsoft.com/office/powerpoint/2010/main" val="1728253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3-4.</a:t>
            </a:r>
            <a:r>
              <a:rPr lang="ja-JP" altLang="en-US" dirty="0"/>
              <a:t>管理機能 フロー</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a:normAutofit/>
          </a:bodyPr>
          <a:lstStyle/>
          <a:p>
            <a:r>
              <a:rPr lang="ja-JP" altLang="en-US" dirty="0"/>
              <a:t>管理機能</a:t>
            </a:r>
            <a:r>
              <a:rPr kumimoji="1" lang="en-US" altLang="ja-JP" dirty="0"/>
              <a:t>(</a:t>
            </a:r>
            <a:r>
              <a:rPr kumimoji="1" lang="ja-JP" altLang="en-US" dirty="0"/>
              <a:t>管理者ユーザー</a:t>
            </a:r>
            <a:r>
              <a:rPr kumimoji="1" lang="en-US" altLang="ja-JP" dirty="0"/>
              <a:t>)</a:t>
            </a:r>
          </a:p>
          <a:p>
            <a:pPr lvl="1"/>
            <a:r>
              <a:rPr kumimoji="1" lang="ja-JP" altLang="en-US" dirty="0"/>
              <a:t>管理者ユーザーのログインが必要</a:t>
            </a:r>
            <a:endParaRPr kumimoji="1" lang="en-US" altLang="ja-JP" dirty="0"/>
          </a:p>
          <a:p>
            <a:pPr lvl="1"/>
            <a:r>
              <a:rPr kumimoji="1" lang="ja-JP" altLang="en-US" dirty="0"/>
              <a:t>管理者ユーザーの</a:t>
            </a:r>
            <a:r>
              <a:rPr lang="ja-JP" altLang="en-US" dirty="0"/>
              <a:t>登録が可能</a:t>
            </a:r>
            <a:r>
              <a:rPr lang="en-US" altLang="ja-JP" dirty="0"/>
              <a:t>(</a:t>
            </a:r>
            <a:r>
              <a:rPr lang="ja-JP" altLang="en-US" dirty="0"/>
              <a:t>新規は不可能、既存ユーザーからの招待のみ可能</a:t>
            </a:r>
            <a:r>
              <a:rPr lang="en-US" altLang="ja-JP" dirty="0"/>
              <a:t>)</a:t>
            </a:r>
          </a:p>
          <a:p>
            <a:pPr lvl="1"/>
            <a:r>
              <a:rPr lang="ja-JP" altLang="en-US" dirty="0"/>
              <a:t>管理者ユーザーは以下機能が使用可能</a:t>
            </a:r>
            <a:endParaRPr lang="en-US" altLang="ja-JP" dirty="0"/>
          </a:p>
          <a:p>
            <a:pPr lvl="2"/>
            <a:r>
              <a:rPr lang="ja-JP" altLang="en-US" dirty="0"/>
              <a:t>カードの追加</a:t>
            </a:r>
            <a:endParaRPr lang="en-US" altLang="ja-JP" dirty="0"/>
          </a:p>
          <a:p>
            <a:pPr lvl="2"/>
            <a:r>
              <a:rPr lang="ja-JP" altLang="en-US" dirty="0"/>
              <a:t>デッキの追加</a:t>
            </a:r>
            <a:endParaRPr lang="en-US" altLang="ja-JP" dirty="0"/>
          </a:p>
          <a:p>
            <a:pPr lvl="2"/>
            <a:r>
              <a:rPr lang="en-US" altLang="ja-JP" dirty="0"/>
              <a:t>CPU</a:t>
            </a:r>
            <a:r>
              <a:rPr lang="ja-JP" altLang="en-US" dirty="0"/>
              <a:t>の使用デッキの修正</a:t>
            </a:r>
            <a:endParaRPr lang="en-US" altLang="ja-JP" dirty="0"/>
          </a:p>
          <a:p>
            <a:pPr lvl="2"/>
            <a:r>
              <a:rPr lang="ja-JP" altLang="en-US" dirty="0"/>
              <a:t>ログインユーザーのアカウント凍結</a:t>
            </a:r>
            <a:endParaRPr lang="en-US" altLang="ja-JP" dirty="0"/>
          </a:p>
          <a:p>
            <a:pPr lvl="2"/>
            <a:r>
              <a:rPr lang="ja-JP" altLang="en-US" dirty="0"/>
              <a:t>一時的なサイトの閉鎖</a:t>
            </a:r>
            <a:r>
              <a:rPr lang="en-US" altLang="ja-JP" dirty="0"/>
              <a:t>/</a:t>
            </a:r>
            <a:r>
              <a:rPr lang="ja-JP" altLang="en-US" dirty="0"/>
              <a:t>サイトの再開</a:t>
            </a:r>
            <a:endParaRPr kumimoji="1" lang="en-US" altLang="ja-JP" dirty="0"/>
          </a:p>
        </p:txBody>
      </p:sp>
    </p:spTree>
    <p:extLst>
      <p:ext uri="{BB962C8B-B14F-4D97-AF65-F5344CB8AC3E}">
        <p14:creationId xmlns:p14="http://schemas.microsoft.com/office/powerpoint/2010/main" val="1187776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C88163-F852-41AF-8178-2EFE48E4A141}"/>
              </a:ext>
            </a:extLst>
          </p:cNvPr>
          <p:cNvSpPr>
            <a:spLocks noGrp="1"/>
          </p:cNvSpPr>
          <p:nvPr>
            <p:ph type="title"/>
          </p:nvPr>
        </p:nvSpPr>
        <p:spPr>
          <a:xfrm>
            <a:off x="677334" y="609600"/>
            <a:ext cx="8596668" cy="685800"/>
          </a:xfrm>
        </p:spPr>
        <p:txBody>
          <a:bodyPr/>
          <a:lstStyle/>
          <a:p>
            <a:r>
              <a:rPr lang="en-US" altLang="ja-JP" dirty="0"/>
              <a:t>4.</a:t>
            </a:r>
            <a:r>
              <a:rPr lang="ja-JP" altLang="en-US" dirty="0"/>
              <a:t>スケジュール</a:t>
            </a:r>
            <a:endParaRPr kumimoji="1" lang="ja-JP" altLang="en-US" dirty="0"/>
          </a:p>
        </p:txBody>
      </p:sp>
      <p:sp>
        <p:nvSpPr>
          <p:cNvPr id="3" name="コンテンツ プレースホルダー 2">
            <a:extLst>
              <a:ext uri="{FF2B5EF4-FFF2-40B4-BE49-F238E27FC236}">
                <a16:creationId xmlns:a16="http://schemas.microsoft.com/office/drawing/2014/main" id="{63958504-6CF8-44EA-B151-C045AD37878E}"/>
              </a:ext>
            </a:extLst>
          </p:cNvPr>
          <p:cNvSpPr>
            <a:spLocks noGrp="1"/>
          </p:cNvSpPr>
          <p:nvPr>
            <p:ph idx="1"/>
          </p:nvPr>
        </p:nvSpPr>
        <p:spPr>
          <a:xfrm>
            <a:off x="677333" y="2160589"/>
            <a:ext cx="9482667" cy="3880773"/>
          </a:xfrm>
        </p:spPr>
        <p:txBody>
          <a:bodyPr vert="horz" lIns="91440" tIns="45720" rIns="91440" bIns="45720" rtlCol="0" anchor="t">
            <a:normAutofit/>
          </a:bodyPr>
          <a:lstStyle/>
          <a:p>
            <a:r>
              <a:rPr lang="ja-JP" altLang="en-US" dirty="0"/>
              <a:t>以下の通りに段階的に構築していく</a:t>
            </a:r>
            <a:endParaRPr kumimoji="1" lang="en-US" altLang="ja-JP" dirty="0"/>
          </a:p>
          <a:p>
            <a:pPr lvl="1"/>
            <a:r>
              <a:rPr lang="ja-JP" altLang="en-US">
                <a:ea typeface="+mn-lt"/>
                <a:cs typeface="+mn-lt"/>
              </a:rPr>
              <a:t>①</a:t>
            </a:r>
            <a:r>
              <a:rPr lang="ja-JP">
                <a:ea typeface="+mn-lt"/>
                <a:cs typeface="+mn-lt"/>
              </a:rPr>
              <a:t>ポータル機能</a:t>
            </a:r>
            <a:endParaRPr lang="en-US" altLang="ja-JP">
              <a:ea typeface="+mn-lt"/>
              <a:cs typeface="+mn-lt"/>
            </a:endParaRPr>
          </a:p>
          <a:p>
            <a:pPr lvl="1"/>
            <a:r>
              <a:rPr lang="ja-JP">
                <a:ea typeface="+mn-lt"/>
                <a:cs typeface="+mn-lt"/>
              </a:rPr>
              <a:t>➁デッキ構築</a:t>
            </a:r>
            <a:endParaRPr lang="ja-JP" dirty="0">
              <a:ea typeface="+mn-lt"/>
              <a:cs typeface="+mn-lt"/>
            </a:endParaRPr>
          </a:p>
          <a:p>
            <a:pPr lvl="1"/>
            <a:r>
              <a:rPr lang="en-US" altLang="ja-JP" dirty="0">
                <a:ea typeface="メイリオ"/>
              </a:rPr>
              <a:t>③CPU</a:t>
            </a:r>
            <a:r>
              <a:rPr lang="ja-JP" altLang="en-US">
                <a:ea typeface="メイリオ"/>
              </a:rPr>
              <a:t>対戦</a:t>
            </a:r>
            <a:endParaRPr lang="en-US" altLang="ja-JP">
              <a:ea typeface="メイリオ"/>
            </a:endParaRPr>
          </a:p>
          <a:p>
            <a:pPr lvl="1"/>
            <a:r>
              <a:rPr lang="ja-JP" altLang="en-US">
                <a:ea typeface="メイリオ"/>
              </a:rPr>
              <a:t>④オンライン対戦</a:t>
            </a:r>
            <a:endParaRPr lang="en-US" altLang="ja-JP">
              <a:ea typeface="メイリオ"/>
            </a:endParaRPr>
          </a:p>
          <a:p>
            <a:pPr lvl="1"/>
            <a:r>
              <a:rPr lang="ja-JP" altLang="en-US" dirty="0"/>
              <a:t>⑤管理機能</a:t>
            </a:r>
            <a:endParaRPr lang="en-US" altLang="ja-JP" dirty="0"/>
          </a:p>
        </p:txBody>
      </p:sp>
    </p:spTree>
    <p:extLst>
      <p:ext uri="{BB962C8B-B14F-4D97-AF65-F5344CB8AC3E}">
        <p14:creationId xmlns:p14="http://schemas.microsoft.com/office/powerpoint/2010/main" val="567320125"/>
      </p:ext>
    </p:extLst>
  </p:cSld>
  <p:clrMapOvr>
    <a:masterClrMapping/>
  </p:clrMapOvr>
</p:sld>
</file>

<file path=ppt/theme/theme1.xml><?xml version="1.0" encoding="utf-8"?>
<a:theme xmlns:a="http://schemas.openxmlformats.org/drawingml/2006/main" name="ファセット">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1345</TotalTime>
  <Words>830</Words>
  <Application>Microsoft Office PowerPoint</Application>
  <PresentationFormat>ワイド画面</PresentationFormat>
  <Paragraphs>90</Paragraphs>
  <Slides>12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Arial</vt:lpstr>
      <vt:lpstr>Trebuchet MS</vt:lpstr>
      <vt:lpstr>Wingdings 3</vt:lpstr>
      <vt:lpstr>ファセット</vt:lpstr>
      <vt:lpstr>ヴァイスシュバルツ バトルシュミレーター ポータルサイト概要</vt:lpstr>
      <vt:lpstr>1.システム化の目的・背景・狙い</vt:lpstr>
      <vt:lpstr>2.サイト要件</vt:lpstr>
      <vt:lpstr>3.サイト機能</vt:lpstr>
      <vt:lpstr>3-1.ポータル機能 フロー</vt:lpstr>
      <vt:lpstr>3-2. 対戦機能 フロー</vt:lpstr>
      <vt:lpstr>3-2. 対戦機能 フロー</vt:lpstr>
      <vt:lpstr>3-2. 対戦機能 フロー</vt:lpstr>
      <vt:lpstr>3-2.対戦機能 フロー</vt:lpstr>
      <vt:lpstr>3-3.デッキ構築 フロー</vt:lpstr>
      <vt:lpstr>3-4.管理機能 フロー</vt:lpstr>
      <vt:lpstr>4.スケジュール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ヴァイスシュバルツ バトルシュミレーター サイト要件</dc:title>
  <dc:creator>須賀 祐人</dc:creator>
  <cp:lastModifiedBy>須賀 祐人</cp:lastModifiedBy>
  <cp:revision>42</cp:revision>
  <dcterms:created xsi:type="dcterms:W3CDTF">2021-07-10T03:19:29Z</dcterms:created>
  <dcterms:modified xsi:type="dcterms:W3CDTF">2021-11-23T13:56:44Z</dcterms:modified>
</cp:coreProperties>
</file>